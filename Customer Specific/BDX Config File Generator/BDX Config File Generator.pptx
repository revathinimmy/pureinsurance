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sldIdLst>
    <p:sldId id="256" r:id="rId2"/>
    <p:sldId id="270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1" r:id="rId15"/>
    <p:sldId id="272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93" d="100"/>
          <a:sy n="93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ssp-powerpoint-3-front-fla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ssp-powerpoint-3-front-fla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6" t="83195" r="64948"/>
          <a:stretch>
            <a:fillRect/>
          </a:stretch>
        </p:blipFill>
        <p:spPr bwMode="auto">
          <a:xfrm>
            <a:off x="381000" y="5705476"/>
            <a:ext cx="2000251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 descr="ssp_logo_modern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1" y="5715001"/>
            <a:ext cx="214630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496300" y="6357939"/>
            <a:ext cx="35052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GB" sz="1600" dirty="0">
                <a:latin typeface="Arial" charset="0"/>
                <a:cs typeface="Arial" charset="0"/>
              </a:rPr>
              <a:t>SSP – Internal Use Only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27051" y="3860801"/>
            <a:ext cx="10363200" cy="1470025"/>
          </a:xfrm>
        </p:spPr>
        <p:txBody>
          <a:bodyPr/>
          <a:lstStyle>
            <a:lvl1pPr>
              <a:defRPr sz="25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27051" y="4940301"/>
            <a:ext cx="10369549" cy="504825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72023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184" y="6308725"/>
            <a:ext cx="3505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GB" sz="1600" dirty="0">
                <a:latin typeface="Arial" charset="0"/>
                <a:cs typeface="Arial" charset="0"/>
              </a:rPr>
              <a:t>SSP – Internal Use Only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55295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500" y="6357939"/>
            <a:ext cx="64770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0" dirty="0">
                <a:latin typeface="Arial" charset="0"/>
                <a:cs typeface="Arial" charset="0"/>
              </a:rPr>
              <a:t>SSP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12" y="442913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6712" y="2928935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4066546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1500" y="6357939"/>
            <a:ext cx="64770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0" dirty="0">
                <a:latin typeface="Arial" charset="0"/>
                <a:cs typeface="Arial" charset="0"/>
              </a:rPr>
              <a:t>SSP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57338"/>
            <a:ext cx="5384800" cy="182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57338"/>
            <a:ext cx="5384800" cy="182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60575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71500" y="6357939"/>
            <a:ext cx="64770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0" dirty="0">
                <a:latin typeface="Arial" charset="0"/>
                <a:cs typeface="Arial" charset="0"/>
              </a:rPr>
              <a:t>SSP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82453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6357939"/>
            <a:ext cx="64770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0" dirty="0">
                <a:latin typeface="Arial" charset="0"/>
                <a:cs typeface="Arial" charset="0"/>
              </a:rPr>
              <a:t>SSP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0984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6357939"/>
            <a:ext cx="64770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0" dirty="0">
                <a:latin typeface="Arial" charset="0"/>
                <a:cs typeface="Arial" charset="0"/>
              </a:rPr>
              <a:t>SSP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89640631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1500" y="6357939"/>
            <a:ext cx="64770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0" dirty="0">
                <a:latin typeface="Arial" charset="0"/>
                <a:cs typeface="Arial" charset="0"/>
              </a:rPr>
              <a:t>SSP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5170811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1500" y="6357939"/>
            <a:ext cx="64770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0" dirty="0">
                <a:latin typeface="Arial" charset="0"/>
                <a:cs typeface="Arial" charset="0"/>
              </a:rPr>
              <a:t>SSP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4525998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500" y="6357939"/>
            <a:ext cx="64770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0" dirty="0">
                <a:latin typeface="Arial" charset="0"/>
                <a:cs typeface="Arial" charset="0"/>
              </a:rPr>
              <a:t>SSP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53666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500" y="6357939"/>
            <a:ext cx="64770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0" dirty="0">
                <a:latin typeface="Arial" charset="0"/>
                <a:cs typeface="Arial" charset="0"/>
              </a:rPr>
              <a:t>SSP Confidential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5414"/>
            <a:ext cx="2743200" cy="32607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5414"/>
            <a:ext cx="8026400" cy="32607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381775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ssp-powerpoint-3-inner-flat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5413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Add page title in here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57338"/>
            <a:ext cx="10972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Bullet points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10287001" y="5975351"/>
            <a:ext cx="1809751" cy="78581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 sz="1800">
              <a:latin typeface="Arial" charset="0"/>
              <a:cs typeface="Arial" charset="0"/>
            </a:endParaRPr>
          </a:p>
        </p:txBody>
      </p:sp>
      <p:pic>
        <p:nvPicPr>
          <p:cNvPr id="1030" name="Picture 4" descr="ssp_logo_modern.jpg"/>
          <p:cNvPicPr>
            <a:picLocks noChangeAspect="1"/>
          </p:cNvPicPr>
          <p:nvPr/>
        </p:nvPicPr>
        <p:blipFill>
          <a:blip r:embed="rId14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0451" y="5786439"/>
            <a:ext cx="214630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29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ransition spd="slow">
    <p:cover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FF3300"/>
        </a:buClr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3300"/>
        </a:buClr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FF3300"/>
        </a:buClr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XML Generator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	</a:t>
            </a:r>
            <a:r>
              <a:rPr lang="en-US" dirty="0" smtClean="0"/>
              <a:t>	Joginder </a:t>
            </a:r>
            <a:r>
              <a:rPr lang="en-US" dirty="0" smtClean="0"/>
              <a:t>Sharma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0953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756"/>
            <a:ext cx="8596668" cy="3880773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It’s a Web application Which is used to :</a:t>
            </a:r>
          </a:p>
          <a:p>
            <a:pPr lvl="1"/>
            <a:r>
              <a:rPr lang="en-US" dirty="0" smtClean="0"/>
              <a:t>Generate XML Configuration file.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Map fields with Excel Spread Sheet.</a:t>
            </a:r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1" t="44133" r="40207" b="14392"/>
          <a:stretch/>
        </p:blipFill>
        <p:spPr>
          <a:xfrm>
            <a:off x="4635535" y="2616556"/>
            <a:ext cx="7556465" cy="26337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-69" t="20560" r="29586" b="56441"/>
          <a:stretch/>
        </p:blipFill>
        <p:spPr>
          <a:xfrm>
            <a:off x="0" y="4900988"/>
            <a:ext cx="10741572" cy="19233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r="55172" b="67028"/>
          <a:stretch/>
        </p:blipFill>
        <p:spPr>
          <a:xfrm>
            <a:off x="6857541" y="6802"/>
            <a:ext cx="5334459" cy="260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7320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We Need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/>
          <a:lstStyle/>
          <a:p>
            <a:r>
              <a:rPr lang="en-US" dirty="0" smtClean="0"/>
              <a:t>Reduce Manual work to generate XML configuration file.</a:t>
            </a:r>
          </a:p>
          <a:p>
            <a:r>
              <a:rPr lang="en-US" dirty="0" smtClean="0"/>
              <a:t>Speed Up the process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13093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It Works?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15785"/>
            <a:ext cx="8596668" cy="4325578"/>
          </a:xfrm>
        </p:spPr>
        <p:txBody>
          <a:bodyPr/>
          <a:lstStyle/>
          <a:p>
            <a:pPr lvl="0"/>
            <a:r>
              <a:rPr lang="en-US" dirty="0" smtClean="0"/>
              <a:t>Create a Folder Named : “</a:t>
            </a:r>
            <a:r>
              <a:rPr lang="en-US" dirty="0" err="1" smtClean="0"/>
              <a:t>XMLGenerator</a:t>
            </a:r>
            <a:r>
              <a:rPr lang="en-US" dirty="0" smtClean="0"/>
              <a:t>” in C drive</a:t>
            </a:r>
          </a:p>
          <a:p>
            <a:pPr lvl="0"/>
            <a:r>
              <a:rPr lang="en-US" dirty="0" smtClean="0"/>
              <a:t>Select </a:t>
            </a:r>
            <a:r>
              <a:rPr lang="en-US" dirty="0"/>
              <a:t>product and risk to generate XML file as shown below.</a:t>
            </a:r>
          </a:p>
          <a:p>
            <a:pPr marL="0" indent="0">
              <a:buNone/>
            </a:pPr>
            <a:r>
              <a:rPr lang="en-US" dirty="0"/>
              <a:t>(You can select “All” option in Select Risk to generate all risk xml in single file )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t="5204" r="57247" b="70468"/>
          <a:stretch/>
        </p:blipFill>
        <p:spPr bwMode="auto">
          <a:xfrm>
            <a:off x="677334" y="3095106"/>
            <a:ext cx="7541992" cy="23707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9696832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125" y="342063"/>
            <a:ext cx="8596668" cy="3880773"/>
          </a:xfrm>
        </p:spPr>
        <p:txBody>
          <a:bodyPr/>
          <a:lstStyle/>
          <a:p>
            <a:pPr lvl="0"/>
            <a:r>
              <a:rPr lang="en-US" dirty="0"/>
              <a:t>Click on Generate XML button. Below screen will getting back.</a:t>
            </a:r>
          </a:p>
          <a:p>
            <a:pPr marL="0" indent="0">
              <a:buNone/>
            </a:pPr>
            <a:r>
              <a:rPr lang="en-US" dirty="0" smtClean="0"/>
              <a:t>	Your </a:t>
            </a:r>
            <a:r>
              <a:rPr lang="en-US" dirty="0"/>
              <a:t>XML file is generated in C:\XMLGenerator\ named as : </a:t>
            </a:r>
            <a:r>
              <a:rPr lang="en-US" dirty="0" smtClean="0"/>
              <a:t>	&lt;</a:t>
            </a:r>
            <a:r>
              <a:rPr lang="en-US" dirty="0" err="1"/>
              <a:t>Product_Name</a:t>
            </a:r>
            <a:r>
              <a:rPr lang="en-US" dirty="0"/>
              <a:t>&gt;_Risk_&lt;</a:t>
            </a:r>
            <a:r>
              <a:rPr lang="en-US" dirty="0" err="1"/>
              <a:t>Risk_Name</a:t>
            </a:r>
            <a:r>
              <a:rPr lang="en-US" dirty="0"/>
              <a:t>&gt; as shown below.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t="5797" r="58639" b="69095"/>
          <a:stretch/>
        </p:blipFill>
        <p:spPr bwMode="auto">
          <a:xfrm>
            <a:off x="564318" y="1507739"/>
            <a:ext cx="9247502" cy="353687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129586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t="18965" r="12419" b="20601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0907843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673" y="321515"/>
            <a:ext cx="8596668" cy="3880773"/>
          </a:xfrm>
        </p:spPr>
        <p:txBody>
          <a:bodyPr/>
          <a:lstStyle/>
          <a:p>
            <a:pPr lvl="0"/>
            <a:r>
              <a:rPr lang="en-US" dirty="0"/>
              <a:t>Now if you want to update Column reference in Xml file and name in Excel Sheet.</a:t>
            </a:r>
          </a:p>
          <a:p>
            <a:pPr marL="0" indent="0">
              <a:buNone/>
            </a:pPr>
            <a:r>
              <a:rPr lang="en-US" dirty="0" smtClean="0"/>
              <a:t>	Click </a:t>
            </a:r>
            <a:r>
              <a:rPr lang="en-US" dirty="0"/>
              <a:t>on “Only Mapping” Check Box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t="5796" r="54651" b="52939"/>
          <a:stretch/>
        </p:blipFill>
        <p:spPr bwMode="auto">
          <a:xfrm>
            <a:off x="727225" y="1403724"/>
            <a:ext cx="9978447" cy="46785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8908277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673" y="229047"/>
            <a:ext cx="8596668" cy="3880773"/>
          </a:xfrm>
        </p:spPr>
        <p:txBody>
          <a:bodyPr/>
          <a:lstStyle/>
          <a:p>
            <a:pPr lvl="0"/>
            <a:r>
              <a:rPr lang="en-US" dirty="0"/>
              <a:t>Here you will select Excel File and Xml file (which is generated previously). </a:t>
            </a:r>
          </a:p>
          <a:p>
            <a:r>
              <a:rPr lang="en-US" dirty="0"/>
              <a:t>And also set column reference and row number from Excel Sheet</a:t>
            </a:r>
          </a:p>
        </p:txBody>
      </p:sp>
      <p:pic>
        <p:nvPicPr>
          <p:cNvPr id="9" name="Picture 8"/>
          <p:cNvPicPr/>
          <p:nvPr/>
        </p:nvPicPr>
        <p:blipFill rotWithShape="1">
          <a:blip r:embed="rId2"/>
          <a:srcRect t="12422" r="21189" b="60400"/>
          <a:stretch/>
        </p:blipFill>
        <p:spPr bwMode="auto">
          <a:xfrm>
            <a:off x="502673" y="1207819"/>
            <a:ext cx="10922190" cy="49053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0" name="Straight Arrow Connector 9"/>
          <p:cNvCxnSpPr/>
          <p:nvPr/>
        </p:nvCxnSpPr>
        <p:spPr>
          <a:xfrm flipH="1" flipV="1">
            <a:off x="2691919" y="1028749"/>
            <a:ext cx="2958868" cy="2631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791110" y="1028749"/>
            <a:ext cx="4304872" cy="2741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0206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4474" t="2031" r="49156" b="77061"/>
          <a:stretch/>
        </p:blipFill>
        <p:spPr bwMode="auto">
          <a:xfrm>
            <a:off x="-1" y="0"/>
            <a:ext cx="11301573" cy="31233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 rotWithShape="1">
          <a:blip r:embed="rId3"/>
          <a:srcRect t="5624" r="43842" b="53817"/>
          <a:stretch/>
        </p:blipFill>
        <p:spPr bwMode="auto">
          <a:xfrm>
            <a:off x="-1" y="3123344"/>
            <a:ext cx="11065267" cy="35959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2714127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931" y="208499"/>
            <a:ext cx="8596668" cy="3880773"/>
          </a:xfrm>
        </p:spPr>
        <p:txBody>
          <a:bodyPr/>
          <a:lstStyle/>
          <a:p>
            <a:pPr lvl="0"/>
            <a:r>
              <a:rPr lang="en-US" dirty="0"/>
              <a:t>Click on Mapping: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t="6147" r="26475" b="45213"/>
          <a:stretch/>
        </p:blipFill>
        <p:spPr bwMode="auto">
          <a:xfrm>
            <a:off x="0" y="595674"/>
            <a:ext cx="12192000" cy="62623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72336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206" y="23564"/>
            <a:ext cx="8596668" cy="3880773"/>
          </a:xfrm>
        </p:spPr>
        <p:txBody>
          <a:bodyPr/>
          <a:lstStyle/>
          <a:p>
            <a:pPr lvl="0"/>
            <a:r>
              <a:rPr lang="en-US" dirty="0"/>
              <a:t>Check Folder “ C:\XMLGenerator</a:t>
            </a:r>
            <a:r>
              <a:rPr lang="en-US" dirty="0" smtClean="0"/>
              <a:t>\”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4533" t="10498" r="-199" b="13965"/>
          <a:stretch/>
        </p:blipFill>
        <p:spPr bwMode="auto">
          <a:xfrm>
            <a:off x="0" y="477466"/>
            <a:ext cx="12192000" cy="36732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4069340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271" y="54387"/>
            <a:ext cx="8596668" cy="3880773"/>
          </a:xfrm>
        </p:spPr>
        <p:txBody>
          <a:bodyPr/>
          <a:lstStyle/>
          <a:p>
            <a:r>
              <a:rPr lang="en-US" dirty="0" smtClean="0"/>
              <a:t>Open </a:t>
            </a:r>
            <a:r>
              <a:rPr lang="en-US" dirty="0"/>
              <a:t>_updated.xml and Excel file </a:t>
            </a:r>
            <a:r>
              <a:rPr lang="en-US" dirty="0" smtClean="0"/>
              <a:t>: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37" t="10650" r="37656" b="22255"/>
          <a:stretch/>
        </p:blipFill>
        <p:spPr>
          <a:xfrm>
            <a:off x="0" y="415488"/>
            <a:ext cx="12002814" cy="703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21290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287" y="33838"/>
            <a:ext cx="8596668" cy="3880773"/>
          </a:xfrm>
        </p:spPr>
        <p:txBody>
          <a:bodyPr/>
          <a:lstStyle/>
          <a:p>
            <a:r>
              <a:rPr lang="en-US" dirty="0"/>
              <a:t>Fields are mapped from O(J+5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Because it will skip 5 column for </a:t>
            </a:r>
            <a:r>
              <a:rPr lang="en-US" dirty="0" smtClean="0"/>
              <a:t>manual </a:t>
            </a:r>
            <a:r>
              <a:rPr lang="en-US" dirty="0"/>
              <a:t>update)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t="15605" r="-9" b="9048"/>
          <a:stretch/>
        </p:blipFill>
        <p:spPr bwMode="auto">
          <a:xfrm>
            <a:off x="23524" y="597848"/>
            <a:ext cx="12168476" cy="626015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5110103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Areas To Improve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Core Fields </a:t>
            </a:r>
          </a:p>
          <a:p>
            <a:r>
              <a:rPr lang="en-US" dirty="0" smtClean="0"/>
              <a:t>Edit Single Column</a:t>
            </a:r>
          </a:p>
          <a:p>
            <a:r>
              <a:rPr lang="en-US" dirty="0" smtClean="0"/>
              <a:t>Design View </a:t>
            </a:r>
          </a:p>
          <a:p>
            <a:r>
              <a:rPr lang="en-US" dirty="0" smtClean="0"/>
              <a:t>Set Validation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24050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48213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013621" y="2804809"/>
            <a:ext cx="3068115" cy="7846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15065396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1B2BFAF1-028A-4CDE-88A5-D4010CA47099}" vid="{DAC6AF44-2F60-4FC1-878E-1DB5B94732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2266</TotalTime>
  <Words>194</Words>
  <Application>Microsoft Office PowerPoint</Application>
  <PresentationFormat>Widescreen</PresentationFormat>
  <Paragraphs>35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Wingdings</vt:lpstr>
      <vt:lpstr>Theme1</vt:lpstr>
      <vt:lpstr>XML Generator </vt:lpstr>
      <vt:lpstr>Introduction</vt:lpstr>
      <vt:lpstr>Why We Need</vt:lpstr>
      <vt:lpstr>How It Works?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Areas To Improve </vt:lpstr>
      <vt:lpstr>Demo</vt:lpstr>
      <vt:lpstr>Questions 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 Generator</dc:title>
  <dc:creator>Joginder Sharma</dc:creator>
  <cp:lastModifiedBy>Joginder Sharma</cp:lastModifiedBy>
  <cp:revision>23</cp:revision>
  <dcterms:created xsi:type="dcterms:W3CDTF">2016-06-22T02:51:44Z</dcterms:created>
  <dcterms:modified xsi:type="dcterms:W3CDTF">2016-06-24T09:05:07Z</dcterms:modified>
</cp:coreProperties>
</file>